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4"/>
  </p:sldMasterIdLst>
  <p:notesMasterIdLst>
    <p:notesMasterId r:id="rId6"/>
  </p:notesMasterIdLst>
  <p:sldIdLst>
    <p:sldId id="259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41BFB1F-23FC-9F36-30FA-DECD51CA641E}" name="Kaila Orsucci (TEKsystems, Inc.)" initials="KO(I" userId="S::v-korsucci@microsoft.com::e7aad994-0403-45c0-b7c8-0c969e213a38" providerId="AD"/>
  <p188:author id="{84FB8148-9464-6C57-92E8-788B128E693E}" name="Kirsten Ballweg" initials="KB" userId="S::kirstenb@microsoft.com::c47a99fc-9286-469c-b169-05c5a33df54a" providerId="AD"/>
  <p188:author id="{AB21A47C-7B25-CB16-8A25-0972AEFBA567}" name="Shawna Swanson" initials="SS" userId="S::shswanson@microsoft.com::586bed90-38fb-452d-bd30-6c7e2f9274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D71"/>
    <a:srgbClr val="FFE8CA"/>
    <a:srgbClr val="D6ECF6"/>
    <a:srgbClr val="1F6B90"/>
    <a:srgbClr val="383838"/>
    <a:srgbClr val="FDC27E"/>
    <a:srgbClr val="F28E62"/>
    <a:srgbClr val="4E5E82"/>
    <a:srgbClr val="2A749E"/>
    <a:srgbClr val="FFC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3"/>
    <p:restoredTop sz="94673"/>
  </p:normalViewPr>
  <p:slideViewPr>
    <p:cSldViewPr snapToGrid="0" snapToObjects="1">
      <p:cViewPr varScale="1">
        <p:scale>
          <a:sx n="82" d="100"/>
          <a:sy n="82" d="100"/>
        </p:scale>
        <p:origin x="15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AE0A3-FC72-C943-8915-67B78CCBD2E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EF4D5-177F-4345-931A-46460CD21E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9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blue rectangular object with yellow and green lines&#10;&#10;Description automatically generated">
            <a:extLst>
              <a:ext uri="{FF2B5EF4-FFF2-40B4-BE49-F238E27FC236}">
                <a16:creationId xmlns:a16="http://schemas.microsoft.com/office/drawing/2014/main" id="{4B0B0EA5-659F-671B-CB6C-395F91672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" y="230806"/>
            <a:ext cx="10058400" cy="73107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39A70-E1BB-F51A-8AE3-B39826D06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632" y="2969609"/>
            <a:ext cx="5711190" cy="119091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089B17-3C24-CA48-F6C8-0CC6FFFE7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2768" y="1499616"/>
            <a:ext cx="6909054" cy="731520"/>
          </a:xfrm>
        </p:spPr>
        <p:txBody>
          <a:bodyPr anchor="b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rgbClr val="E1FD7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23D622-2EF0-DA78-E284-BE4BBD8B96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2768" y="2368296"/>
            <a:ext cx="6909054" cy="384048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E55D48B-8279-384A-E01A-E61209332B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0632" y="4377785"/>
            <a:ext cx="5711190" cy="91440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rgbClr val="FF0000"/>
                </a:solidFill>
              </a:defRPr>
            </a:lvl2pPr>
            <a:lvl3pPr>
              <a:defRPr sz="1400">
                <a:solidFill>
                  <a:srgbClr val="FF0000"/>
                </a:solidFill>
              </a:defRPr>
            </a:lvl3pPr>
            <a:lvl4pPr>
              <a:defRPr sz="1400">
                <a:solidFill>
                  <a:srgbClr val="FF0000"/>
                </a:solidFill>
              </a:defRPr>
            </a:lvl4pPr>
            <a:lvl5pPr>
              <a:defRPr sz="1400">
                <a:solidFill>
                  <a:srgbClr val="FF0000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A2C63F3-53B7-962C-BD5E-CE13A32813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70632" y="5509451"/>
            <a:ext cx="2770632" cy="384048"/>
          </a:xfrm>
        </p:spPr>
        <p:txBody>
          <a:bodyPr anchor="ctr" anchorCtr="0"/>
          <a:lstStyle>
            <a:lvl1pPr>
              <a:spcBef>
                <a:spcPts val="0"/>
              </a:spcBef>
              <a:defRPr sz="2700">
                <a:solidFill>
                  <a:schemeClr val="bg1"/>
                </a:solidFill>
                <a:latin typeface="Freestyle Script" panose="030804020302050B0404" pitchFamily="66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E1CA10F-DA6E-6CC6-BD08-26DDE2C92A0B}"/>
              </a:ext>
            </a:extLst>
          </p:cNvPr>
          <p:cNvCxnSpPr/>
          <p:nvPr userDrawn="1"/>
        </p:nvCxnSpPr>
        <p:spPr>
          <a:xfrm>
            <a:off x="2770632" y="5916168"/>
            <a:ext cx="2766822" cy="0"/>
          </a:xfrm>
          <a:prstGeom prst="line">
            <a:avLst/>
          </a:prstGeom>
          <a:ln w="12700">
            <a:solidFill>
              <a:srgbClr val="E1FD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C4C15A1-BF92-EF37-AAC9-D268ABA18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0632" y="5939601"/>
            <a:ext cx="2770632" cy="384048"/>
          </a:xfrm>
        </p:spPr>
        <p:txBody>
          <a:bodyPr anchor="ctr" anchorCtr="0"/>
          <a:lstStyle>
            <a:lvl1pPr>
              <a:spcBef>
                <a:spcPts val="0"/>
              </a:spcBef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092BC91-7C7A-3B1A-C703-D21EAD389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5000" y="5509451"/>
            <a:ext cx="2770632" cy="384048"/>
          </a:xfrm>
        </p:spPr>
        <p:txBody>
          <a:bodyPr anchor="ctr" anchorCtr="0"/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4C641BD-7DF9-66C4-39DC-EAE801F9B9C4}"/>
              </a:ext>
            </a:extLst>
          </p:cNvPr>
          <p:cNvCxnSpPr/>
          <p:nvPr userDrawn="1"/>
        </p:nvCxnSpPr>
        <p:spPr>
          <a:xfrm>
            <a:off x="5715000" y="5916168"/>
            <a:ext cx="2766822" cy="0"/>
          </a:xfrm>
          <a:prstGeom prst="line">
            <a:avLst/>
          </a:prstGeom>
          <a:ln w="12700">
            <a:solidFill>
              <a:srgbClr val="E1FD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F7AFBA4-074B-79A2-515C-3215221454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0" y="5939601"/>
            <a:ext cx="2770632" cy="384048"/>
          </a:xfrm>
        </p:spPr>
        <p:txBody>
          <a:bodyPr anchor="ctr" anchorCtr="0"/>
          <a:lstStyle>
            <a:lvl1pPr>
              <a:spcBef>
                <a:spcPts val="0"/>
              </a:spcBef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47142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8439"/>
            <a:ext cx="8872538" cy="4480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894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1028700" rtl="0" eaLnBrk="1" latinLnBrk="0" hangingPunct="1">
        <a:lnSpc>
          <a:spcPct val="85000"/>
        </a:lnSpc>
        <a:spcBef>
          <a:spcPct val="0"/>
        </a:spcBef>
        <a:buNone/>
        <a:defRPr sz="45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1028700" rtl="0" eaLnBrk="1" latinLnBrk="0" hangingPunct="1">
        <a:lnSpc>
          <a:spcPct val="103000"/>
        </a:lnSpc>
        <a:spcBef>
          <a:spcPts val="1125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0" algn="l" defTabSz="1028700" rtl="0" eaLnBrk="1" latinLnBrk="0" hangingPunct="1">
        <a:lnSpc>
          <a:spcPct val="103000"/>
        </a:lnSpc>
        <a:spcBef>
          <a:spcPts val="563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2pPr>
      <a:lvl3pPr marL="1028700" indent="0" algn="l" defTabSz="1028700" rtl="0" eaLnBrk="1" latinLnBrk="0" hangingPunct="1">
        <a:lnSpc>
          <a:spcPct val="103000"/>
        </a:lnSpc>
        <a:spcBef>
          <a:spcPts val="563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543050" indent="0" algn="l" defTabSz="1028700" rtl="0" eaLnBrk="1" latinLnBrk="0" hangingPunct="1">
        <a:lnSpc>
          <a:spcPct val="103000"/>
        </a:lnSpc>
        <a:spcBef>
          <a:spcPts val="563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0" algn="l" defTabSz="1028700" rtl="0" eaLnBrk="1" latinLnBrk="0" hangingPunct="1">
        <a:lnSpc>
          <a:spcPct val="103000"/>
        </a:lnSpc>
        <a:spcBef>
          <a:spcPts val="563"/>
        </a:spcBef>
        <a:buFontTx/>
        <a:buNone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0" pos="3168" userDrawn="1">
          <p15:clr>
            <a:srgbClr val="A4A3A4"/>
          </p15:clr>
        </p15:guide>
        <p15:guide id="51" orient="horz" pos="2448" userDrawn="1">
          <p15:clr>
            <a:srgbClr val="A4A3A4"/>
          </p15:clr>
        </p15:guide>
        <p15:guide id="52" pos="240" userDrawn="1">
          <p15:clr>
            <a:srgbClr val="F26B43"/>
          </p15:clr>
        </p15:guide>
        <p15:guide id="53" pos="493" userDrawn="1">
          <p15:clr>
            <a:srgbClr val="F26B43"/>
          </p15:clr>
        </p15:guide>
        <p15:guide id="54" pos="613" userDrawn="1">
          <p15:clr>
            <a:srgbClr val="F26B43"/>
          </p15:clr>
        </p15:guide>
        <p15:guide id="55" pos="867" userDrawn="1">
          <p15:clr>
            <a:srgbClr val="F26B43"/>
          </p15:clr>
        </p15:guide>
        <p15:guide id="56" pos="987" userDrawn="1">
          <p15:clr>
            <a:srgbClr val="F26B43"/>
          </p15:clr>
        </p15:guide>
        <p15:guide id="57" pos="1241" userDrawn="1">
          <p15:clr>
            <a:srgbClr val="F26B43"/>
          </p15:clr>
        </p15:guide>
        <p15:guide id="58" pos="1361" userDrawn="1">
          <p15:clr>
            <a:srgbClr val="F26B43"/>
          </p15:clr>
        </p15:guide>
        <p15:guide id="59" pos="1614" userDrawn="1">
          <p15:clr>
            <a:srgbClr val="F26B43"/>
          </p15:clr>
        </p15:guide>
        <p15:guide id="60" pos="1734" userDrawn="1">
          <p15:clr>
            <a:srgbClr val="F26B43"/>
          </p15:clr>
        </p15:guide>
        <p15:guide id="61" pos="1987" userDrawn="1">
          <p15:clr>
            <a:srgbClr val="F26B43"/>
          </p15:clr>
        </p15:guide>
        <p15:guide id="62" pos="2107" userDrawn="1">
          <p15:clr>
            <a:srgbClr val="F26B43"/>
          </p15:clr>
        </p15:guide>
        <p15:guide id="63" pos="2361" userDrawn="1">
          <p15:clr>
            <a:srgbClr val="F26B43"/>
          </p15:clr>
        </p15:guide>
        <p15:guide id="64" pos="2481" userDrawn="1">
          <p15:clr>
            <a:srgbClr val="F26B43"/>
          </p15:clr>
        </p15:guide>
        <p15:guide id="65" pos="2735" userDrawn="1">
          <p15:clr>
            <a:srgbClr val="F26B43"/>
          </p15:clr>
        </p15:guide>
        <p15:guide id="66" pos="2855" userDrawn="1">
          <p15:clr>
            <a:srgbClr val="F26B43"/>
          </p15:clr>
        </p15:guide>
        <p15:guide id="67" pos="3108" userDrawn="1">
          <p15:clr>
            <a:srgbClr val="F26B43"/>
          </p15:clr>
        </p15:guide>
        <p15:guide id="68" pos="3228" userDrawn="1">
          <p15:clr>
            <a:srgbClr val="F26B43"/>
          </p15:clr>
        </p15:guide>
        <p15:guide id="69" pos="3481" userDrawn="1">
          <p15:clr>
            <a:srgbClr val="F26B43"/>
          </p15:clr>
        </p15:guide>
        <p15:guide id="70" pos="3601" userDrawn="1">
          <p15:clr>
            <a:srgbClr val="F26B43"/>
          </p15:clr>
        </p15:guide>
        <p15:guide id="71" pos="3855" userDrawn="1">
          <p15:clr>
            <a:srgbClr val="F26B43"/>
          </p15:clr>
        </p15:guide>
        <p15:guide id="72" pos="3975" userDrawn="1">
          <p15:clr>
            <a:srgbClr val="F26B43"/>
          </p15:clr>
        </p15:guide>
        <p15:guide id="73" pos="4229" userDrawn="1">
          <p15:clr>
            <a:srgbClr val="F26B43"/>
          </p15:clr>
        </p15:guide>
        <p15:guide id="74" pos="4349" userDrawn="1">
          <p15:clr>
            <a:srgbClr val="F26B43"/>
          </p15:clr>
        </p15:guide>
        <p15:guide id="75" pos="4602" userDrawn="1">
          <p15:clr>
            <a:srgbClr val="F26B43"/>
          </p15:clr>
        </p15:guide>
        <p15:guide id="76" pos="4722" userDrawn="1">
          <p15:clr>
            <a:srgbClr val="F26B43"/>
          </p15:clr>
        </p15:guide>
        <p15:guide id="77" pos="4975" userDrawn="1">
          <p15:clr>
            <a:srgbClr val="F26B43"/>
          </p15:clr>
        </p15:guide>
        <p15:guide id="78" pos="5095" userDrawn="1">
          <p15:clr>
            <a:srgbClr val="F26B43"/>
          </p15:clr>
        </p15:guide>
        <p15:guide id="79" pos="5349" userDrawn="1">
          <p15:clr>
            <a:srgbClr val="F26B43"/>
          </p15:clr>
        </p15:guide>
        <p15:guide id="80" pos="5469" userDrawn="1">
          <p15:clr>
            <a:srgbClr val="F26B43"/>
          </p15:clr>
        </p15:guide>
        <p15:guide id="81" pos="5723" userDrawn="1">
          <p15:clr>
            <a:srgbClr val="F26B43"/>
          </p15:clr>
        </p15:guide>
        <p15:guide id="82" pos="5843" userDrawn="1">
          <p15:clr>
            <a:srgbClr val="F26B43"/>
          </p15:clr>
        </p15:guide>
        <p15:guide id="83" pos="60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E5316FF-F623-4328-44AA-49A07426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632" y="2969609"/>
            <a:ext cx="5711190" cy="1190911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E4DE4B-5280-6577-8D43-C34AB2143D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72768" y="1499616"/>
            <a:ext cx="6909054" cy="731520"/>
          </a:xfrm>
        </p:spPr>
        <p:txBody>
          <a:bodyPr/>
          <a:lstStyle/>
          <a:p>
            <a:r>
              <a:rPr lang="en-US" dirty="0"/>
              <a:t>CERTIFICATION OF COMPLETION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0A550-DC7D-3592-CF16-BF04F0A4B7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768" y="2368296"/>
            <a:ext cx="6909054" cy="38404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This certificate acknowledges that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A7AEA2-7720-8BBE-52A0-00A2E8E44C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70632" y="4377785"/>
            <a:ext cx="5711190" cy="9144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has successfully completed the </a:t>
            </a:r>
            <a:r>
              <a:rPr lang="en-US" b="1" i="1" dirty="0"/>
              <a:t>Agentic AI Systems</a:t>
            </a:r>
            <a:r>
              <a:rPr lang="en-US" dirty="0"/>
              <a:t> module, organized at Bootcamp 202</a:t>
            </a:r>
            <a:r>
              <a:rPr lang="ro-RO" dirty="0"/>
              <a:t>6</a:t>
            </a: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1DC328-A357-9FD3-41E5-35824E6C4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70632" y="5509451"/>
            <a:ext cx="2770632" cy="384048"/>
          </a:xfrm>
        </p:spPr>
        <p:txBody>
          <a:bodyPr/>
          <a:lstStyle/>
          <a:p>
            <a:r>
              <a:rPr lang="en-US" dirty="0"/>
              <a:t>STS - R&amp;D Team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B278A-EDB2-4872-35C1-595C28CB0E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70632" y="5939601"/>
            <a:ext cx="2770632" cy="384048"/>
          </a:xfrm>
        </p:spPr>
        <p:txBody>
          <a:bodyPr/>
          <a:lstStyle/>
          <a:p>
            <a:r>
              <a:rPr lang="en-US" dirty="0"/>
              <a:t>Trainer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C6AE9-9745-0490-49B3-A88655629D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15000" y="5509451"/>
            <a:ext cx="2770632" cy="384048"/>
          </a:xfrm>
        </p:spPr>
        <p:txBody>
          <a:bodyPr/>
          <a:lstStyle/>
          <a:p>
            <a:r>
              <a:rPr lang="en-US" dirty="0"/>
              <a:t>August </a:t>
            </a:r>
            <a:r>
              <a:rPr lang="ro-RO" dirty="0"/>
              <a:t>4th</a:t>
            </a:r>
            <a:r>
              <a:rPr lang="en-US" dirty="0"/>
              <a:t>, 2026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F51E8A-1D05-91C7-E3FF-9092B622EA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5000" y="5939601"/>
            <a:ext cx="2770632" cy="384048"/>
          </a:xfrm>
        </p:spPr>
        <p:txBody>
          <a:bodyPr/>
          <a:lstStyle/>
          <a:p>
            <a:r>
              <a:rPr lang="en-US"/>
              <a:t>Date issued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573928"/>
      </p:ext>
    </p:extLst>
  </p:cSld>
  <p:clrMapOvr>
    <a:masterClrMapping/>
  </p:clrMapOvr>
</p:sld>
</file>

<file path=ppt/theme/theme1.xml><?xml version="1.0" encoding="utf-8"?>
<a:theme xmlns:a="http://schemas.openxmlformats.org/drawingml/2006/main" name="Certificate">
  <a:themeElements>
    <a:clrScheme name="BP_Certificate_2_3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E5E82"/>
      </a:accent1>
      <a:accent2>
        <a:srgbClr val="8AD8FD"/>
      </a:accent2>
      <a:accent3>
        <a:srgbClr val="E1FD71"/>
      </a:accent3>
      <a:accent4>
        <a:srgbClr val="FFC000"/>
      </a:accent4>
      <a:accent5>
        <a:srgbClr val="5E38A6"/>
      </a:accent5>
      <a:accent6>
        <a:srgbClr val="3AAD47"/>
      </a:accent6>
      <a:hlink>
        <a:srgbClr val="0563C1"/>
      </a:hlink>
      <a:folHlink>
        <a:srgbClr val="954F72"/>
      </a:folHlink>
    </a:clrScheme>
    <a:fontScheme name="Custom 235">
      <a:majorFont>
        <a:latin typeface="Biome"/>
        <a:ea typeface=""/>
        <a:cs typeface=""/>
      </a:majorFont>
      <a:minorFont>
        <a:latin typeface="Biome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P_Certificate_2_34_SD_v1" id="{67F43395-5990-4BDA-BD70-260F9FA108E5}" vid="{8E7F5173-E90A-4DB4-8140-C9C3E0A458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4B7354-BAA7-42EF-9AFB-B58624E1F800}">
  <ds:schemaRefs>
    <ds:schemaRef ds:uri="http://schemas.microsoft.com/office/infopath/2007/PartnerControls"/>
    <ds:schemaRef ds:uri="16c05727-aa75-4e4a-9b5f-8a80a1165891"/>
    <ds:schemaRef ds:uri="230e9df3-be65-4c73-a93b-d1236ebd677e"/>
    <ds:schemaRef ds:uri="http://schemas.microsoft.com/office/2006/documentManagement/types"/>
    <ds:schemaRef ds:uri="http://purl.org/dc/dcmitype/"/>
    <ds:schemaRef ds:uri="http://schemas.microsoft.com/sharepoint/v3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9494E66-1906-430C-A080-047BB4EDB5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32AD4E-7F1A-4708-AE9A-314C4D0989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2189</TotalTime>
  <Words>36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Biome</vt:lpstr>
      <vt:lpstr>Biome Light</vt:lpstr>
      <vt:lpstr>Calibri</vt:lpstr>
      <vt:lpstr>Freestyle Script</vt:lpstr>
      <vt:lpstr>Certificate</vt:lpstr>
      <vt:lpstr>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Mihai-Virgil Nichita</dc:creator>
  <cp:lastModifiedBy>Mihai-Virgil Nichita</cp:lastModifiedBy>
  <cp:revision>8</cp:revision>
  <dcterms:created xsi:type="dcterms:W3CDTF">2021-09-20T16:44:57Z</dcterms:created>
  <dcterms:modified xsi:type="dcterms:W3CDTF">2026-08-03T12:26:50Z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2877300</vt:r8>
  </property>
  <property fmtid="{D5CDD505-2E9C-101B-9397-08002B2CF9AE}" pid="5" name="xd_Signature">
    <vt:bool>false</vt:bool>
  </property>
  <property fmtid="{D5CDD505-2E9C-101B-9397-08002B2CF9AE}" pid="6" name="Image">
    <vt:lpwstr>, </vt:lpwstr>
  </property>
  <property fmtid="{D5CDD505-2E9C-101B-9397-08002B2CF9AE}" pid="7" name="xd_ProgID">
    <vt:lpwstr/>
  </property>
  <property fmtid="{D5CDD505-2E9C-101B-9397-08002B2CF9AE}" pid="8" name="_ExtendedDescription">
    <vt:lpwstr/>
  </property>
  <property fmtid="{D5CDD505-2E9C-101B-9397-08002B2CF9AE}" pid="9" name="Background">
    <vt:bool>false</vt:bool>
  </property>
  <property fmtid="{D5CDD505-2E9C-101B-9397-08002B2CF9AE}" pid="10" name="TriggerFlowInfo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